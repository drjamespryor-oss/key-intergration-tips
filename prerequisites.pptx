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108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url_launcher in Flutter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3794760"/>
            <a:ext cx="73152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977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checklist before you write a single line of code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7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of 3  •  Project Setup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Prerequisites Checklist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steps. Complete them in order before launching any URL.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1828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Dependency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0" y="2331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url_launcher in pubspec.yaml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881360" y="21031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813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3832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383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828800" y="3337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Packages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828800" y="3840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flutter pub get in your terminal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881360" y="36118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8136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48640" y="466344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89204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892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828800" y="4846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Setup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package resolves and imports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0881360" y="5120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88136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Dependency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pubspec.yaml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url_launcher under the dependencies section. Use the latest stable version from pub.dev to ensure compatibility with your Flutter SDK.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37160" cy="2560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246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^6.3.0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5387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Caret allows non-breaking updates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4114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indentation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44074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is whitespace-sensitive — 2 spaces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4983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file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52760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before running pub get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5669280" cy="4937760"/>
          </a:xfrm>
          <a:prstGeom prst="roundRect">
            <a:avLst>
              <a:gd name="adj" fmla="val 1481"/>
            </a:avLst>
          </a:prstGeom>
          <a:solidFill>
            <a:srgbClr val="0D1B2A"/>
          </a:solidFill>
          <a:ln/>
        </p:spPr>
      </p:sp>
      <p:sp>
        <p:nvSpPr>
          <p:cNvPr id="15" name="Shape 13"/>
          <p:cNvSpPr/>
          <p:nvPr/>
        </p:nvSpPr>
        <p:spPr>
          <a:xfrm>
            <a:off x="6035040" y="1371600"/>
            <a:ext cx="5669280" cy="411480"/>
          </a:xfrm>
          <a:prstGeom prst="rect">
            <a:avLst/>
          </a:prstGeom>
          <a:solidFill>
            <a:srgbClr val="1B2A3F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1508760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1508760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6"/>
          <p:cNvSpPr/>
          <p:nvPr/>
        </p:nvSpPr>
        <p:spPr>
          <a:xfrm>
            <a:off x="6675120" y="1508760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1371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3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pubspec.yaml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196596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dependencies:
</a:t>
            </a:r>
            <a:pPr indent="0" marL="0">
              <a:buNone/>
            </a:pPr>
            <a:r>
              <a:rPr lang="en-US" sz="16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flutter:
</a:t>
            </a:r>
            <a:pPr indent="0" marL="0">
              <a:buNone/>
            </a:pPr>
            <a:r>
              <a:rPr lang="en-US" sz="1600" dirty="0">
                <a:solidFill>
                  <a:srgbClr val="EC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sdk: flutter
</a:t>
            </a:r>
            <a:pPr indent="0" marL="0">
              <a:buNone/>
            </a:pPr>
            <a:r>
              <a:rPr lang="en-US" sz="16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url_launcher: </a:t>
            </a:r>
            <a:pPr indent="0" marL="0">
              <a:buNone/>
            </a:pPr>
            <a:r>
              <a:rPr lang="en-US" sz="1600" b="1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^6.3.0</a:t>
            </a:r>
            <a:pPr indent="0" marL="0">
              <a:buNone/>
            </a:pPr>
            <a:r>
              <a:rPr lang="en-US" sz="1600" dirty="0">
                <a:solidFill>
                  <a:srgbClr val="EC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600" i="1" dirty="0">
                <a:solidFill>
                  <a:srgbClr val="676E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latest from pub.dev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with Terminal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64240" cy="2560320"/>
          </a:xfrm>
          <a:prstGeom prst="roundRect">
            <a:avLst>
              <a:gd name="adj" fmla="val 2857"/>
            </a:avLst>
          </a:prstGeom>
          <a:solidFill>
            <a:srgbClr val="0D1B2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solidFill>
            <a:srgbClr val="1B2A3F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08760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1508760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1508760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1371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3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— bash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96596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800" b="1" dirty="0">
                <a:solidFill>
                  <a:srgbClr val="ECEF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 pub get
</a:t>
            </a:r>
            <a:pPr indent="0" marL="0">
              <a:buNone/>
            </a:pPr>
            <a:r>
              <a:rPr lang="en-US" sz="1800" dirty="0">
                <a:solidFill>
                  <a:srgbClr val="9BB3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Resolving dependencies...
</a:t>
            </a:r>
            <a:pPr indent="0" marL="0">
              <a:buNone/>
            </a:pPr>
            <a:r>
              <a:rPr lang="en-US" sz="18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url_launcher 6.3.0
</a:t>
            </a:r>
            <a:pPr indent="0" marL="0">
              <a:buNone/>
            </a:pPr>
            <a:r>
              <a:rPr lang="en-US" sz="1800" i="1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Got dependencies!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3593592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5262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526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00200" y="4572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53492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the package and all transitive dependencies into .pub-cache.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25112" y="4297680"/>
            <a:ext cx="3593592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99432" y="45262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4599432" y="4526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376672" y="4572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Versions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599432" y="53492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pubspec.lock so teammates get identical versions.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01584" y="4297680"/>
            <a:ext cx="3593592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75904" y="452628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4" name="Text 22"/>
          <p:cNvSpPr/>
          <p:nvPr/>
        </p:nvSpPr>
        <p:spPr>
          <a:xfrm>
            <a:off x="8375904" y="4526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53144" y="4572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Import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375904" y="53492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becomes available to import in your Dart files.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Your Setup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these checks before writing any launch code.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945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199339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pubspec.lock exists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554480" y="2377440"/>
            <a:ext cx="9875520" cy="411480"/>
          </a:xfrm>
          <a:prstGeom prst="roundRect">
            <a:avLst>
              <a:gd name="adj" fmla="val 11111"/>
            </a:avLst>
          </a:prstGeom>
          <a:solidFill>
            <a:srgbClr val="0D1B2A"/>
          </a:solidFill>
          <a:ln/>
        </p:spPr>
      </p:sp>
      <p:sp>
        <p:nvSpPr>
          <p:cNvPr id="11" name="Text 9"/>
          <p:cNvSpPr/>
          <p:nvPr/>
        </p:nvSpPr>
        <p:spPr>
          <a:xfrm>
            <a:off x="1691640" y="237744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pubspec.lock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27889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automatically after pub get. Its presence means resolution succeeded.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70332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703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35021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import statement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554480" y="3886200"/>
            <a:ext cx="9875520" cy="411480"/>
          </a:xfrm>
          <a:prstGeom prst="roundRect">
            <a:avLst>
              <a:gd name="adj" fmla="val 11111"/>
            </a:avLst>
          </a:prstGeom>
          <a:solidFill>
            <a:srgbClr val="0D1B2A"/>
          </a:solidFill>
          <a:ln/>
        </p:spPr>
      </p:sp>
      <p:sp>
        <p:nvSpPr>
          <p:cNvPr id="18" name="Text 16"/>
          <p:cNvSpPr/>
          <p:nvPr/>
        </p:nvSpPr>
        <p:spPr>
          <a:xfrm>
            <a:off x="1691640" y="388620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'package:url_launcher/url_launcher.dart';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54480" y="42976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red squiggle in your IDE = the package was resolved correctly.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2120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212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554480" y="50109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Flutter doctor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554480" y="5394960"/>
            <a:ext cx="9875520" cy="411480"/>
          </a:xfrm>
          <a:prstGeom prst="roundRect">
            <a:avLst>
              <a:gd name="adj" fmla="val 11111"/>
            </a:avLst>
          </a:prstGeom>
          <a:solidFill>
            <a:srgbClr val="0D1B2A"/>
          </a:solidFill>
          <a:ln/>
        </p:spPr>
      </p:sp>
      <p:sp>
        <p:nvSpPr>
          <p:cNvPr id="25" name="Text 23"/>
          <p:cNvSpPr/>
          <p:nvPr/>
        </p:nvSpPr>
        <p:spPr>
          <a:xfrm>
            <a:off x="1691640" y="539496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 doctor -v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554480" y="58064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your toolchain is healthy and platforms are configured.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120640" y="128016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All Set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 complete. Time to launch your first URL.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023360" y="5029200"/>
            <a:ext cx="4114800" cy="64008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4023360" y="50292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→  Implementation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2026-04-21T20:42:16Z</dcterms:created>
  <dcterms:modified xsi:type="dcterms:W3CDTF">2026-04-21T20:42:16Z</dcterms:modified>
</cp:coreProperties>
</file>